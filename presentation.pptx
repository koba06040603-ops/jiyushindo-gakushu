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自由進度学習支援システム</a:t>
            </a:r>
          </a:p>
          <a:p/>
          <a:p>
            <a:r>
              <a:t>タイトルスライド - すべての子どもたちが自分らしく学べる未来へ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従来の一斉授業の課題</a:t>
            </a:r>
          </a:p>
          <a:p/>
          <a:p>
            <a:r>
              <a:t>理解度のバラつき、助けを求められない子ども、教師の時間不足、塾依存問題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本システムが目指すもの</a:t>
            </a:r>
          </a:p>
          <a:p/>
          <a:p>
            <a:r>
              <a:t>自分のペースで学べる、助けを求められる環境、深い理解、経済格差解消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3つのコース制で個別最適化</a:t>
            </a:r>
          </a:p>
          <a:p/>
          <a:p>
            <a:r>
              <a:t>じっくりコース（基礎）、しっかりコース（標準）、ぐんぐんコース（発展）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4つの「助け」システム</a:t>
            </a:r>
          </a:p>
          <a:p/>
          <a:p>
            <a:r>
              <a:t>ヒントカード、AI先生、先生を呼ぶ、友達に聞く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AI先生は「答え」ではなく「考え方」を教える</a:t>
            </a:r>
          </a:p>
          <a:p/>
          <a:p>
            <a:r>
              <a:t>対話による段階的な理解支援。答えを教えず、考え方を導く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教師用進捗ボード</a:t>
            </a:r>
          </a:p>
          <a:p/>
          <a:p>
            <a:r>
              <a:t>リアルタイム進捗、ヘルプ検知、優先度スコア、AI誤答分析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振り返りで育むメタ認知</a:t>
            </a:r>
          </a:p>
          <a:p/>
          <a:p>
            <a:r>
              <a:t>6年間の成長記録を保存。卒業時に保護者へデータ提供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ユニバーサルデザイン</a:t>
            </a:r>
          </a:p>
          <a:p/>
          <a:p>
            <a:r>
              <a:t>音声読み上げ、視覚支援、紙学習併用、多様な学び方に対応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世界水準のセキュリティ</a:t>
            </a:r>
          </a:p>
          <a:p/>
          <a:p>
            <a:r>
              <a:t>ISO 27001、AES-256暗号化、Cloudflare、文部科学省ガイドライン準拠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個人情報保護</a:t>
            </a:r>
          </a:p>
          <a:p/>
          <a:p>
            <a:r>
              <a:t>必要最小限データ、住所不要、保護者同意必須、削除可能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データは学校が管理</a:t>
            </a:r>
          </a:p>
          <a:p/>
          <a:p>
            <a:r>
              <a:t>自動バックアップ、学校サーバー保存、卒業時提供、10年保存80MB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驚きのコスト</a:t>
            </a:r>
          </a:p>
          <a:p/>
          <a:p>
            <a:r>
              <a:t>民間システム600万円/年 vs 本システム0円/年。5年間で3,000万円削減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期待される効果（児童）</a:t>
            </a:r>
          </a:p>
          <a:p/>
          <a:p>
            <a:r>
              <a:t>自分のペースで学べる安心感、助けを求める勇気、目標設定力、学習意欲向上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期待される効果（教師）</a:t>
            </a:r>
          </a:p>
          <a:p/>
          <a:p>
            <a:r>
              <a:t>年間200時間削減、深い理解、データに基づく指導、AI分析支援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期待される効果（保護者）</a:t>
            </a:r>
          </a:p>
          <a:p/>
          <a:p>
            <a:r>
              <a:t>進捗いつでも閲覧、塾代30万円削減、6年間の成長記録、家庭学習支援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他自治体への波及効果</a:t>
            </a:r>
          </a:p>
          <a:p/>
          <a:p>
            <a:r>
              <a:t>メディア取材、視察受入、文部科学省注目事例、子育てしやすい村PR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導入スケジュール</a:t>
            </a:r>
          </a:p>
          <a:p/>
          <a:p>
            <a:r>
              <a:t>わずか2週間で導入完了。第1週：研修とテスト、第2週：説明会と運用開始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安心のサポート体制</a:t>
            </a:r>
          </a:p>
          <a:p/>
          <a:p>
            <a:r>
              <a:t>完全マニュアル、無償研修、24時間サポート、保護者向け資料、手順書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すべての子どもたちが輝く未来へ</a:t>
            </a:r>
          </a:p>
          <a:p/>
          <a:p>
            <a:r>
              <a:t>子どもたちの可能性を最大限に引き出す教育を、今ここから。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自由進度学習支援システム</dc:title>
  <dc:subject>村長・教育委員会・校長向けプレゼンテーション</dc:subject>
  <dc:creator>自由進度学習支援システム開発チーム</dc:creator>
  <cp:keywords/>
  <dc:description>このプレゼンテーションは完全に編集可能です。
- テキストボックスを追加して内容を編集できます
- 画像の上にテキストを配置できます
- スライドの順序を入れ替えられます
- フォント・色・レイアウトを自由に変更できます
推奨フォント: メイリオ、游ゴシック、16pt以上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