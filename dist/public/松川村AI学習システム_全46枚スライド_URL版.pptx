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松川村AI個別最適化学習システム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全46枚スライド（2026年2月版）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0000"/>
                </a:solidFill>
              </a:defRPr>
            </a:pPr>
            <a:r>
              <a:t>※ 各スライドに画像URLが記載されています。URLから画像をダウンロードしてください。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66CC"/>
                </a:solidFill>
              </a:defRPr>
            </a:pPr>
            <a:r>
              <a:t>第1部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スライド1: タイトルスライド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https://www.genspark.ai/api/files/s/UjpjgWGy?cache_control=3600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1/47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スライド2: 現状の課題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https://www.genspark.ai/api/files/s/1QVsdgI2?cache_control=3600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2/47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スライド3: 本システムの解決策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https://www.genspark.ai/api/files/s/nchqL6pn?cache_control=3600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3/47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スライド4: 世界最先端の3つの強み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https://www.genspark.ai/api/files/s/zNoBn2E3?cache_control=3600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4/47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スライド5: 12理論エビデンス一覧（F1-F4）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https://www.genspark.ai/api/files/s/p3ZVmyGZ?cache_control=3600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5/47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スライド6: 12理論エビデンス一覧（F5-F8）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https://www.genspark.ai/api/files/s/OiT172mH?cache_control=3600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6/47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スライド7: 12理論エビデンス一覧（F9-F12）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https://www.genspark.ai/api/files/s/OAvRW9bu?cache_control=3600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7/47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スライド7A: 超高効果量研究トップ5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https://www.genspark.ai/api/files/s/dLE562yk?cache_control=3600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8/47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スライド8: エビデンスの信頼性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https://www.genspark.ai/api/files/s/olzgwdg2?cache_control=3600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9/47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スライド9: 導入効果の科学的予測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https://www.genspark.ai/api/files/s/i0rUJigi?cache_control=3600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10/47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スライド10: 国際的評価と整合性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https://www.genspark.ai/api/files/s/zQd0f2Kw?cache_control=3600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11/47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スライド11: システム構成（Gemini 3 Flash）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https://www.genspark.ai/api/files/s/q2UNaxq4?cache_control=3600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12/47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スライド12: セキュリティとプライバシー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https://www.genspark.ai/api/files/s/k86CNWl0?cache_control=3600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13/47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スライド13: 他システムとの比較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https://www.genspark.ai/api/files/s/91RbH6VG?cache_control=3600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14/47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スライド14: 導入実績と将来展望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https://www.genspark.ai/api/files/s/FJkah4OV?cache_control=3600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15/47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スライド15: 第1部まとめ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https://www.genspark.ai/api/files/s/KfpFIvuR?cache_control=3600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16/47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66CC"/>
                </a:solidFill>
              </a:defRPr>
            </a:pPr>
            <a:r>
              <a:t>第2部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スライド16: 第2部イントロダクション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https://www.genspark.ai/api/files/s/vPMBrcYo?cache_control=3600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17/47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スライド17: AI先生との個別対話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https://www.genspark.ai/api/files/s/Fvps5MdV?cache_control=3600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18/47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スライド18: リアルタイム適応学習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https://www.genspark.ai/api/files/s/OZPQsxl0?cache_control=3600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19/47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スライド19: 間隔反復学習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https://www.genspark.ai/api/files/s/H8u9hVGM?cache_control=3600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20/47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スライド20: AI先生のソクラテス対話（Gemini 3 Flash）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https://www.genspark.ai/api/files/s/EDobbnfm?cache_control=3600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21/47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スライド21: AI分析による詳細フィードバック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https://www.genspark.ai/api/files/s/bJm5LTGj?cache_control=3600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22/47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スライド22: ゲーミフィケーション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https://www.genspark.ai/api/files/s/C0Rr9Odk?cache_control=3600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23/47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スライド23: 間違いノート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https://www.genspark.ai/api/files/s/Pfs1U0Wx?cache_control=3600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24/47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スライド24: 学習経路最適化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https://www.genspark.ai/api/files/s/5wJ15iXS?cache_control=3600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25/47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スライド25: 教員支援機能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https://www.genspark.ai/api/files/s/gUcQGJjq?cache_control=3600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26/47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スライド26: リアルタイム監視ダッシュボード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https://www.genspark.ai/api/files/s/TqnPT61m?cache_control=3600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27/47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スライド27: AI問題生成（Gemini 3 Flash）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https://www.genspark.ai/api/files/s/1pZxhP5u?cache_control=3600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28/47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スライド28: 包括的レポート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https://www.genspark.ai/api/files/s/w0NVcm6f?cache_control=3600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29/47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スライド29: 実際のスクリーンショット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https://www.genspark.ai/api/files/s/0s1F37BZ?cache_control=3600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30/47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スライド30: 第2部まとめ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https://www.genspark.ai/api/files/s/N0NKZcB0?cache_control=3600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31/47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66CC"/>
                </a:solidFill>
              </a:defRPr>
            </a:pPr>
            <a:r>
              <a:t>第3部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スライド31: 第3部イントロダクション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https://www.genspark.ai/api/files/s/NZYWbhHi?cache_control=3600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32/47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スライド32: 5ステップ導入プロセス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https://www.genspark.ai/api/files/s/qQnE7Clc?cache_control=3600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33/47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スライド33: 事前準備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https://www.genspark.ai/api/files/s/2He0hfW5?cache_control=3600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34/47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スライド34: 初期設定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https://www.genspark.ai/api/files/s/UmlBiwez?cache_control=3600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35/47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スライド35: 教員研修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https://www.genspark.ai/api/files/s/TDjih9d4?cache_control=3600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36/47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スライド36: パイロット運用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https://www.genspark.ai/api/files/s/mcejUMSg?cache_control=3600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37/47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スライド37: 本格導入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https://www.genspark.ai/api/files/s/zUGcqFM6?cache_control=3600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38/47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スライド38: 成功のポイント1：教員の巻き込み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https://www.genspark.ai/api/files/s/by7iyMYa?cache_control=3600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39/47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スライド39: 成功のポイント2：児童の動機づけ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https://www.genspark.ai/api/files/s/o7MP1idV?cache_control=3600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40/47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スライド40: 成功のポイント3：保護者の理解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https://www.genspark.ai/api/files/s/RyEiHHh2?cache_control=3600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41/47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スライド41: 成功のポイント4：定着サポート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https://www.genspark.ai/api/files/s/6Pn1NXQ5?cache_control=3600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42/47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スライド42: 成功のポイント5：PDCA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https://www.genspark.ai/api/files/s/Clk4ZjGr?cache_control=3600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43/47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スライド43: 効果測定と成果指標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https://www.genspark.ai/api/files/s/HFQbZPw6?cache_control=3600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44/47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スライド44: 松川村の特別条件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https://www.genspark.ai/api/files/s/xTOa8YXl?cache_control=3600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45/47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スライド45: まとめと次のアクション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https://www.genspark.ai/api/files/s/e6lUa5H5?cache_control=3600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46/47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スライド46: よくある質問（Q&amp;A）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969696"/>
                </a:solidFill>
              </a:defRPr>
            </a:pPr>
            <a:r>
              <a:t>【画像をここに挿入してください】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🔗 画像ダウンロードURL:</a:t>
            </a:r>
          </a:p>
          <a:p>
            <a:pPr>
              <a:defRPr sz="1600" u="sng">
                <a:solidFill>
                  <a:srgbClr val="0000FF"/>
                </a:solidFill>
              </a:defRPr>
            </a:pPr>
            <a:r>
              <a:t>https://www.genspark.ai/api/files/s/xT0Yl4GH?cache_control=3600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📌 手順: URLをブラウザで開く → 画像を右クリック → 「名前を付けて画像を保存」→ PowerPointに挿入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47/47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